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Polyglot Enterprise DevOps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Client</a:t>
            </a:r>
          </a:p>
          <a:p>
            <a:r>
              <a:t>   ↓</a:t>
            </a:r>
          </a:p>
          <a:p>
            <a:r>
              <a:t>Nginx API Gateway</a:t>
            </a:r>
          </a:p>
          <a:p>
            <a:r>
              <a:t>   ↓</a:t>
            </a:r>
          </a:p>
          <a:p>
            <a:r>
              <a:t>Polyglot Microservices:</a:t>
            </a:r>
          </a:p>
          <a:p>
            <a:r>
              <a:t>  • Python (Flask)</a:t>
            </a:r>
          </a:p>
          <a:p>
            <a:r>
              <a:t>  • Node.js (Express)</a:t>
            </a:r>
          </a:p>
          <a:p>
            <a:r>
              <a:t>  • Spring Boot</a:t>
            </a:r>
          </a:p>
          <a:p>
            <a:r>
              <a:t>  • PHP</a:t>
            </a:r>
          </a:p>
          <a:p>
            <a:r>
              <a:t>   ↓</a:t>
            </a:r>
          </a:p>
          <a:p>
            <a:r>
              <a:t>Databases:</a:t>
            </a:r>
          </a:p>
          <a:p>
            <a:r>
              <a:t>  • MySQL (Relational)</a:t>
            </a:r>
          </a:p>
          <a:p>
            <a:r>
              <a:t>  • MongoDB (NoSQL)</a:t>
            </a:r>
          </a:p>
          <a:p>
            <a:r>
              <a:t>   ↓</a:t>
            </a:r>
          </a:p>
          <a:p>
            <a:r>
              <a:t>DevOps Stack:</a:t>
            </a:r>
          </a:p>
          <a:p>
            <a:r>
              <a:t>  • Docker &amp; Docker Compose</a:t>
            </a:r>
          </a:p>
          <a:p>
            <a:r>
              <a:t>  • Kubernetes</a:t>
            </a:r>
          </a:p>
          <a:p>
            <a:r>
              <a:t>  • Helm</a:t>
            </a:r>
          </a:p>
          <a:p>
            <a:r>
              <a:t>  • GitHub Actions CI/CD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